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Navegación Urbana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5722"/>
                </a:solidFill>
              </a:defRPr>
            </a:pPr>
            <a:r>
              <a:t>con Caminos más Cortos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Dijkstra vs A* sobre la Red Vial de 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Grupo E — Análisis y Diseño de Algoritmos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Universidad ESAN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Encontrar la ruta más corta entre dos puntos en una ciudad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Aplicación real: navegadores GPS, logística, transporte urbano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Datos reales: red vial de Lima desde OpenStreetMap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Algoritmos: Dijkstra (clásico) vs A* (con heurística)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Métrica: distancia en metros sobre vías reales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Modelado del Grafo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Grafo G = (V, E) dirigido y ponderado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V = intersecciones viales (nodos)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 = segmentos de vía (aristas con peso = longitud en metros)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Fuente: OpenStreetMap vía OSMnx (network_type='drive')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Lima: ~100,000 nodos, ~250,000 aristas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Algoritmos Implementados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Expande en orden de distancia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Garantiza optimalidad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Heap binario como cola prioridad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O((V+E) log 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5722"/>
                </a:solidFill>
              </a:defRPr>
            </a:pPr>
            <a:r>
              <a:t>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Guía la búsqueda con heurística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Heurística Haversine (distancia línea recta)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Admisible → garantiza optimalidad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Explora menos nodos en la práctica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Heap Binario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Cola de prioridad implementada desde cero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push(p, x): O(log n) — insertar o actualizar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pop(): O(log n) — extraer el mínimo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Estructura de árbol binario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Heurística Haversine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Distancia del gran círculo sobre la esfera terrestre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d = 2R · arcsin(√(sin²(Δφ/2) + cos φ₁·cos φ₂·sin²(Δλ/2)))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R = 6371 km (radio de la Tierra)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Admisible: nunca sobrestima el costo real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Consistente: garantiza optimalidad de A*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Dataset: Red Vial de 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OpenStreetMap — datos colaborativos mundiales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OSMnx: descarga directa y conversión a NetworkX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Alternativa: archivo .osm.pbf local (Perú completo)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Filtro: vías transitables para automóvil ('drive')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Resultados Experimentales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</a:defRPr>
            </a:pPr>
            <a:r>
              <a:t>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</a:defRPr>
            </a:pPr>
            <a:r>
              <a:t>Dijkstra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</a:defRPr>
            </a:pPr>
            <a:r>
              <a:t>A*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722"/>
                </a:solidFill>
              </a:defRPr>
            </a:pPr>
            <a:r>
              <a:t>Mejora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Tiempo 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t_d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t_a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t_d / t_a 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Nodos explorados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n_d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n_a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n_d / n_a 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Distancia (m)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Igual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Ambos algoritmos encuentran la misma ruta óptima. A* explora menos nodos y es más rápido.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722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A* supera a Dijkstra en nodos explorados y tiempo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Heurística Haversine es adecuada para redes urbanas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Heap binario implementado correctamente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OSMnx facilita trabajo con datos viales reales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Código reproducible y disponible públicamente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5722"/>
                </a:solidFill>
              </a:defRPr>
            </a:pPr>
            <a: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Ejecución del buscador de rutas</a:t>
            </a:r>
            <a:br/>
            <a:r>
              <a:t>sobre la red vial de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python demo.py [--interactive]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5722"/>
                </a:solidFill>
              </a:defRPr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Grupo E — ADA 2026 — Universidad ESAN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